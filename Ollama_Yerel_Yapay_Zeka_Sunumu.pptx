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Açılışta Ollama'nın bir model değil, modelleri yerel çalıştırmayı kolaylaştıran bir araç olduğunu söyle.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Hocanın istediği avantaj, dezavantaj, teknik taraf ve rakip farkı başlıklarının hepsi Ollama ile rahat anlatılabiliyor.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ile tool ayrımını özellikle vurgula: Ollama model değildir; modelleri çalıştıran araçtır.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eldeki app.py dosyasındaki akışı anlat: Streamlit sadece arayüz, cevap Ollama'dan geliyor.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Teknik bölümde çok derine gömülmeden terimleri açıklamak yeterli: quantization kalite-hız/bellek dengesi, context length hafıza penceresi.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Avantajlarda özellikle gizlilik ve offline kullanım hocanın ilgisini çeker; bunlar bulut tabanlı araçlardan net ayrışıyor.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Eksileri saklamadan söylemek sunumu daha güvenilir yapar. Özellikle laptop donanımı sınırlıysa demo için küçük model seçildiğini belirt.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karşılaştırmayı ezberlemeden anlat: Her aracın yeri farklı, Ollama'nın güçlü olduğu yer yerel model çalıştırmayı pratikleştirmesi.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sırasında cevap süresini göster. Cevabın buluttan değil, yerel bilgisayardaki modelden geldiğini vurgula.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Kodda karmaşık görünen tek şey streaming. Aslında her chunk, cevabın bir parçası.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Kullanım alanlarında kendi demonu bağla: bizim örnek yerel chatbot kategorisine giriyor.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Kapanışta bir cümlelik özet: Ollama en iyi, gizlilik ve yerel geliştirme isteyen AI prototipleri için kullanılır.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4747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942"/>
                </a:solidFill>
              </a:rPr>
              <a:t>AI TOOL SUNUMU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1444752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Ollama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13232" y="22860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B677A"/>
                </a:solidFill>
              </a:rPr>
              <a:t>Yerel bilgisayarda açık yapay zeka modelleri çalıştırma aracı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3232" y="3749040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749040"/>
            <a:ext cx="73152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9502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Ana fikir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4370832"/>
            <a:ext cx="3044952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Bulut API yerine modeli bilgisayara indirip yerel API ile uygulamaya bağlamak.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34840" y="3749040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3749040"/>
            <a:ext cx="73152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9502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Demo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4370832"/>
            <a:ext cx="3044952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Streamlit arayüzü + Ollama Python SDK ile yerel chatbot.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156448" y="3749040"/>
            <a:ext cx="31546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3749040"/>
            <a:ext cx="73152" cy="11704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3950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Süre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85048" y="4370832"/>
            <a:ext cx="2770632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20 dakikalık anlatım için teknik + uygulama akışı.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458200" y="1298448"/>
            <a:ext cx="2651760" cy="2651760"/>
          </a:xfrm>
          <a:prstGeom prst="arc">
            <a:avLst/>
          </a:prstGeom>
          <a:noFill/>
          <a:ln w="114300">
            <a:solidFill>
              <a:srgbClr val="00A896">
                <a:alpha val="8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664208"/>
            <a:ext cx="1920240" cy="1920240"/>
          </a:xfrm>
          <a:prstGeom prst="arc">
            <a:avLst/>
          </a:prstGeom>
          <a:noFill/>
          <a:ln w="101600">
            <a:solidFill>
              <a:srgbClr val="2563EB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205740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local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LLM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KONU TERCIHI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Neden Ollama seçildi?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B2430"/>
                </a:solidFill>
              </a:rPr>
              <a:t>Hugging Face sınıfta daha önce işlendiği için konu dışı bırakıldı.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B2430"/>
                </a:solidFill>
              </a:rPr>
              <a:t>n8n güçlüdür ama ana odağı model çalıştırmak değil, iş akışı otomasyonudur.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B2430"/>
                </a:solidFill>
              </a:rPr>
              <a:t>Ollama; model indirme, yerel çalıştırma, API ile bağlama ve demo gösterme açısından daha net bir AI tool konusudur.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812280" y="1325880"/>
            <a:ext cx="4297680" cy="1005840"/>
          </a:xfrm>
          <a:prstGeom prst="roundRect">
            <a:avLst>
              <a:gd name="adj" fmla="val 5455"/>
            </a:avLst>
          </a:prstGeom>
          <a:solidFill>
            <a:srgbClr val="DFF7F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1325880"/>
            <a:ext cx="73152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5270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Sunum cümlesi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0" y="194767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Ollama, yapay zeka modelini kullanıcı bilgisayarında çalıştırıp uygulamalara bağlamayı kolaylaştırır.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812280" y="2651760"/>
            <a:ext cx="4297680" cy="1005840"/>
          </a:xfrm>
          <a:prstGeom prst="roundRect">
            <a:avLst>
              <a:gd name="adj" fmla="val 5455"/>
            </a:avLst>
          </a:prstGeom>
          <a:solidFill>
            <a:srgbClr val="E7E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12280" y="265176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8529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Teknik derinlik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327355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CLI, REST API, Python SDK, model dosyaları, donanım ve quantization anlatılabilir.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812280" y="3977640"/>
            <a:ext cx="4297680" cy="1005840"/>
          </a:xfrm>
          <a:prstGeom prst="roundRect">
            <a:avLst>
              <a:gd name="adj" fmla="val 5455"/>
            </a:avLst>
          </a:prstGeom>
          <a:solidFill>
            <a:srgbClr val="FFF3C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3977640"/>
            <a:ext cx="73152" cy="10058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41788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Demo kolaylığı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459943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Elimizdeki Streamlit uygulaması doğrudan Ollama'yı çağırıyor.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TANIM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Ollama nedir?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Büyük dil modellerini bilgisayara indirip terminal, API veya uygulama üzerinden çalıştırmayı sağlayan açık kaynaklı bir yerel LLM aracıdır.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324612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788920"/>
            <a:ext cx="73152" cy="13898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9900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Model yönetimi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410712"/>
            <a:ext cx="286207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Model indirme, listeleme, çalıştırma ve silme komutları.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480560" y="2788920"/>
            <a:ext cx="324612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88920"/>
            <a:ext cx="73152" cy="1389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9900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Yerel inference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3410712"/>
            <a:ext cx="286207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Cevap üretimi kullanıcının bilgisayarında gerçekleşir.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83880" y="2788920"/>
            <a:ext cx="324612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2788920"/>
            <a:ext cx="73152" cy="138988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9900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API katmanı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3410712"/>
            <a:ext cx="286207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REST API ve resmi Python/JS kütüphaneleriyle uygulamaya bağlanır.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22960" y="495604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Örnek modeller: Gemma 3, Qwen3, DeepSeek-R1, gpt-oss ve diğer açık modeller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MIMARI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Çalışma mantığı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874520" cy="1024128"/>
          </a:xfrm>
          <a:prstGeom prst="roundRect">
            <a:avLst>
              <a:gd name="adj" fmla="val 4464"/>
            </a:avLst>
          </a:prstGeom>
          <a:solidFill>
            <a:srgbClr val="F7F9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2996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B2430"/>
                </a:solidFill>
              </a:rPr>
              <a:t>Kullanıcı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640080" y="2359152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Prompt yazar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404872" y="2176272"/>
            <a:ext cx="320040" cy="29260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07208" y="1828800"/>
            <a:ext cx="1874520" cy="1024128"/>
          </a:xfrm>
          <a:prstGeom prst="roundRect">
            <a:avLst>
              <a:gd name="adj" fmla="val 4464"/>
            </a:avLst>
          </a:prstGeom>
          <a:solidFill>
            <a:srgbClr val="F7F9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202996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B2430"/>
                </a:solidFill>
              </a:rPr>
              <a:t>Streamlit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2944368" y="2359152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Arayüz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709160" y="2176272"/>
            <a:ext cx="320040" cy="29260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1496" y="1828800"/>
            <a:ext cx="1874520" cy="1024128"/>
          </a:xfrm>
          <a:prstGeom prst="roundRect">
            <a:avLst>
              <a:gd name="adj" fmla="val 4464"/>
            </a:avLst>
          </a:prstGeom>
          <a:solidFill>
            <a:srgbClr val="F7F9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202996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B2430"/>
                </a:solidFill>
              </a:rPr>
              <a:t>Python SDK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5248656" y="2359152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ollama.chat()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013448" y="2176272"/>
            <a:ext cx="320040" cy="29260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15784" y="1828800"/>
            <a:ext cx="1874520" cy="1024128"/>
          </a:xfrm>
          <a:prstGeom prst="roundRect">
            <a:avLst>
              <a:gd name="adj" fmla="val 4464"/>
            </a:avLst>
          </a:prstGeom>
          <a:solidFill>
            <a:srgbClr val="F7F9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202996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B2430"/>
                </a:solidFill>
              </a:rPr>
              <a:t>Ollama API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7552944" y="2359152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localhost:11434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317736" y="2176272"/>
            <a:ext cx="320040" cy="29260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20072" y="1828800"/>
            <a:ext cx="1874520" cy="1024128"/>
          </a:xfrm>
          <a:prstGeom prst="roundRect">
            <a:avLst>
              <a:gd name="adj" fmla="val 4464"/>
            </a:avLst>
          </a:prstGeom>
          <a:solidFill>
            <a:srgbClr val="DFF7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02996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B2430"/>
                </a:solidFill>
              </a:rPr>
              <a:t>Yerel model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9857232" y="2359152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Cevap üretir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7240" y="3986784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986784"/>
            <a:ext cx="73152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18795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CLI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608576"/>
            <a:ext cx="2999232" cy="265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`ollama run gemma3` ile terminalden doğrudan sohbet.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434840" y="3986784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986784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18795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REST API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3440" y="4608576"/>
            <a:ext cx="2999232" cy="265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`POST /api/chat` ile farklı dillerden çağrı.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8092440" y="3986784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3986784"/>
            <a:ext cx="73152" cy="10515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18795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SDK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608576"/>
            <a:ext cx="2999232" cy="265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Python/JavaScript kütüphaneleriyle hızlı entegrasyon.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DETAY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Teknik tarafında neler var?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270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Model formatı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2999232" cy="448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Ollama açık ağırlıklı modelleri indirir ve kendi çalışma ortamında yönetir.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325880"/>
            <a:ext cx="73152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5270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Quantization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6008" y="1947672"/>
            <a:ext cx="2999232" cy="448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Modelin daha az bellek kullanması için ağırlık hassasiyeti düşürülebilir.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19872" y="132588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3258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5270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Context length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48472" y="1947672"/>
            <a:ext cx="2999232" cy="448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Modelin tek seferde dikkate alabildiği metin miktarı model ve ayara bağlıdır.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85800" y="315468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1546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558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Donanım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776472"/>
            <a:ext cx="2999232" cy="448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RAM/VRAM arttıkça daha büyük model ve daha hızlı cevap mümkün olur.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407408" y="315468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7408" y="3154680"/>
            <a:ext cx="73152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33558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Streaming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36008" y="3776472"/>
            <a:ext cx="2999232" cy="448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Cevap parça parça gelir; kullanıcı beklerken metin akmaya başlar.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119872" y="315468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3154680"/>
            <a:ext cx="73152" cy="123444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33558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Tool calling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48472" y="3776472"/>
            <a:ext cx="2999232" cy="448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Bazı modeller ve entegrasyonlarda araç çağırma akışları kurulabilir.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ARTILAR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Avantajlar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DFF7F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7315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618488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Gizlilik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2039112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Veriler bulut API'ye gönderilmeden yerelde işlenebilir.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53128" y="1417320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E7E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3128" y="14173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618488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Offline kullanım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81728" y="2039112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Model indirildikten sonra internet olmadan kullanılabilir.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DFF7F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1417320"/>
            <a:ext cx="7315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618488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Maliyet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85048" y="2039112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Deneme ve prototipte token başına API ücreti yoktur.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606040" y="3246120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E7E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32461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447288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Esneklik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867912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Farklı açık modeller hızlıca denenebilir.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309360" y="3246120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DFF7F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246120"/>
            <a:ext cx="7315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447288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Geliştirici deneyimi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3867912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CLI, Python, JS ve REST API ile uygulamaya bağlanır.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EKSILER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Dezavantajlar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5943600" cy="3474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B2430"/>
                </a:solidFill>
              </a:rPr>
              <a:t>Güçlü modeller için yüksek RAM/VRAM ve iyi işlemci/GPU gerekir.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B2430"/>
                </a:solidFill>
              </a:rPr>
              <a:t>Büyük model dosyaları ciddi disk alanı kaplayabilir.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B2430"/>
                </a:solidFill>
              </a:rPr>
              <a:t>Buluttaki en güçlü kapalı modeller kadar yüksek kalite vermeyebilir.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B2430"/>
                </a:solidFill>
              </a:rPr>
              <a:t>Model seçimi, kurulum ve performans ayarı yeni başlayanlar için zor olabilir.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B2430"/>
                </a:solidFill>
              </a:rPr>
              <a:t>Güvenlik, güncelleme ve erişim kontrolü yerel kurulumda kullanıcının sorumluluğundadır.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7315200" y="1600200"/>
            <a:ext cx="338328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920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4550"/>
                </a:solidFill>
              </a:rPr>
              <a:t>Özet risk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35240" y="2514600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Ollama ucuz ve gizli çalışır; bunun bedeli performans ve operasyon sorumluluğudur.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KARŞILAŞTIRMA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Rakiplerden farkı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18288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35608"/>
            <a:ext cx="16642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Araç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2487168" y="1325880"/>
            <a:ext cx="27889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96896" y="1435608"/>
            <a:ext cx="26243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Ana odak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276088" y="1325880"/>
            <a:ext cx="61722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85816" y="1435608"/>
            <a:ext cx="60076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Ollama'ya göre fark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58368" y="1709928"/>
            <a:ext cx="182880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184708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B2430"/>
                </a:solidFill>
              </a:rPr>
              <a:t>LM Studio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487168" y="1709928"/>
            <a:ext cx="27889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1847088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</a:rPr>
              <a:t>Masaüstü arayüz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276088" y="1709928"/>
            <a:ext cx="617220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5816" y="1847088"/>
            <a:ext cx="5971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</a:rPr>
              <a:t>GUI daha güçlü; Ollama API ve CLI tarafında daha yalın.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58368" y="2331720"/>
            <a:ext cx="1828800" cy="621792"/>
          </a:xfrm>
          <a:prstGeom prst="rect">
            <a:avLst/>
          </a:prstGeom>
          <a:solidFill>
            <a:srgbClr val="F3F6FA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46888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B2430"/>
                </a:solidFill>
              </a:rPr>
              <a:t>llama.cpp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487168" y="2331720"/>
            <a:ext cx="2788920" cy="621792"/>
          </a:xfrm>
          <a:prstGeom prst="rect">
            <a:avLst/>
          </a:prstGeom>
          <a:solidFill>
            <a:srgbClr val="F3F6FA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96896" y="246888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</a:rPr>
              <a:t>Düşük seviye inference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276088" y="2331720"/>
            <a:ext cx="6172200" cy="621792"/>
          </a:xfrm>
          <a:prstGeom prst="rect">
            <a:avLst/>
          </a:prstGeom>
          <a:solidFill>
            <a:srgbClr val="F3F6FA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85816" y="2468880"/>
            <a:ext cx="5971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</a:rPr>
              <a:t>Daha teknik; Ollama kullanımı basitleştirir.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58368" y="2953512"/>
            <a:ext cx="182880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09067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B2430"/>
                </a:solidFill>
              </a:rPr>
              <a:t>Hugging Face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2487168" y="2953512"/>
            <a:ext cx="27889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96896" y="3090672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</a:rPr>
              <a:t>Model/dataset ekosistemi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276088" y="2953512"/>
            <a:ext cx="617220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85816" y="3090672"/>
            <a:ext cx="5971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</a:rPr>
              <a:t>Daha geniş platform; Ollama yerel çalıştırmaya odaklanır.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58368" y="3575304"/>
            <a:ext cx="1828800" cy="621792"/>
          </a:xfrm>
          <a:prstGeom prst="rect">
            <a:avLst/>
          </a:prstGeom>
          <a:solidFill>
            <a:srgbClr val="F3F6FA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371246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B2430"/>
                </a:solidFill>
              </a:rPr>
              <a:t>n8n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2487168" y="3575304"/>
            <a:ext cx="2788920" cy="621792"/>
          </a:xfrm>
          <a:prstGeom prst="rect">
            <a:avLst/>
          </a:prstGeom>
          <a:solidFill>
            <a:srgbClr val="F3F6FA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6896" y="3712464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</a:rPr>
              <a:t>Workflow otomasyonu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276088" y="3575304"/>
            <a:ext cx="6172200" cy="621792"/>
          </a:xfrm>
          <a:prstGeom prst="rect">
            <a:avLst/>
          </a:prstGeom>
          <a:solidFill>
            <a:srgbClr val="F3F6FA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85816" y="3712464"/>
            <a:ext cx="5971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</a:rPr>
              <a:t>AI agent akışları kurar; model runtime değildir.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58368" y="4197096"/>
            <a:ext cx="182880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433425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B2430"/>
                </a:solidFill>
              </a:rPr>
              <a:t>OpenAI API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2487168" y="4197096"/>
            <a:ext cx="27889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4334256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</a:rPr>
              <a:t>Bulut model servisi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276088" y="4197096"/>
            <a:ext cx="617220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85816" y="4334256"/>
            <a:ext cx="5971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</a:rPr>
              <a:t>Daha güçlü modeller; veri buluta gider ve maliyet oluşur.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UYGULAMA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Küçük uygulama demosu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353312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53312"/>
            <a:ext cx="73152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54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1. Modeli indir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975104"/>
            <a:ext cx="27706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`ollama pull gemma3:1b` veya küçük bir Qwen/Gemma modeli.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80560" y="1353312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353312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54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2. Arayüzü aç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975104"/>
            <a:ext cx="27706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`streamlit run app.py` komutu ile web arayüzünü başlat.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229600" y="1353312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353312"/>
            <a:ext cx="73152" cy="10972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554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3. Prompt gönder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1975104"/>
            <a:ext cx="27706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Uygulama `ollama.chat()` ile yerel modele mesaj yollar.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14400" y="3108960"/>
            <a:ext cx="10332720" cy="164592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336499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942"/>
                </a:solidFill>
              </a:rPr>
              <a:t>Demo promptları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16152" y="3730752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• Python'da for döngüsünü 5 yaşındaki birine anlat.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• Bu cümleyi İngilizceye çevir: Yapay zeka araçları yerelde çalışabilir.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• Ollama'nın 3 avantajını ve 2 dezavantajını kısa yaz.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KOD AKIŞI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Uygulamaya nasıl eklenir?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04672" y="123444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5361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942"/>
                </a:solidFill>
              </a:rPr>
              <a:t>Python örneği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" y="1901952"/>
            <a:ext cx="4892040" cy="2487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ollama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ollama.chat(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model="gemma3:1b",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"user", "content": "Merhaba!"}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stream=True,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chunk in response: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print(chunk["message"]["content"], end="")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20840" y="1353312"/>
            <a:ext cx="4343400" cy="1078992"/>
          </a:xfrm>
          <a:prstGeom prst="roundRect">
            <a:avLst>
              <a:gd name="adj" fmla="val 5085"/>
            </a:avLst>
          </a:prstGeom>
          <a:solidFill>
            <a:srgbClr val="E7E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353312"/>
            <a:ext cx="73152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554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Bağlantı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0" y="1975104"/>
            <a:ext cx="3959352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Ollama arka planda yerel API servisi olarak çalışır.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720840" y="2761488"/>
            <a:ext cx="4343400" cy="1078992"/>
          </a:xfrm>
          <a:prstGeom prst="roundRect">
            <a:avLst>
              <a:gd name="adj" fmla="val 5085"/>
            </a:avLst>
          </a:prstGeom>
          <a:solidFill>
            <a:srgbClr val="DFF7F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2761488"/>
            <a:ext cx="73152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9626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Model seçimi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3383280"/>
            <a:ext cx="3959352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Küçük modeller demo için daha güvenli ve hızlıdır.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720840" y="4169664"/>
            <a:ext cx="4343400" cy="1078992"/>
          </a:xfrm>
          <a:prstGeom prst="roundRect">
            <a:avLst>
              <a:gd name="adj" fmla="val 5085"/>
            </a:avLst>
          </a:prstGeom>
          <a:solidFill>
            <a:srgbClr val="FFF3C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4169664"/>
            <a:ext cx="73152" cy="107899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43708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Streaming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4791456"/>
            <a:ext cx="3959352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Cevap parça parça geldiği için arayüz daha canlı görünür.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SENARYOLAR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Nerelerde kullanılır?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49808" y="1353312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353312"/>
            <a:ext cx="7315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554480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Yerel chatbot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975104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Kişisel veya şirket içi asistan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53128" y="1353312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3128" y="1353312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554480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Özetleme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81728" y="1975104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PDF, not, e-posta taslakları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56448" y="1353312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1353312"/>
            <a:ext cx="73152" cy="11430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554480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Kod yardımı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85048" y="1975104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Küçük kod açıklama ve üretim işleri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49808" y="3200400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200400"/>
            <a:ext cx="7315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401568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RAG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3822192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Kendi dokümanlarınla soru-cevap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453128" y="3200400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53128" y="320040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401568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Eğitim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81728" y="3822192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Model davranışını ve API entegrasyonunu öğrenme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156448" y="3200400"/>
            <a:ext cx="318211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3200400"/>
            <a:ext cx="73152" cy="11430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5048" y="3401568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Prototip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85048" y="3822192"/>
            <a:ext cx="2798064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API maliyeti olmadan hızlı deneme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KAPANIŞ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9784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Sonuç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Ollama'nın güçlü tarafı, yapay zeka modelini sadece hazır bir servis gibi kullanmak yerine yerel çalıştırmayı ve uygulamaya bağlamayı öğretmesidir.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68680" y="2788920"/>
            <a:ext cx="3154680" cy="1188720"/>
          </a:xfrm>
          <a:prstGeom prst="roundRect">
            <a:avLst>
              <a:gd name="adj" fmla="val 4615"/>
            </a:avLst>
          </a:prstGeom>
          <a:solidFill>
            <a:srgbClr val="DFF7F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788920"/>
            <a:ext cx="73152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990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En büyük artı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10712"/>
            <a:ext cx="2770632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Gizlilik, offline kullanım ve prototipleme özgürlüğü.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526280" y="2788920"/>
            <a:ext cx="3154680" cy="1188720"/>
          </a:xfrm>
          <a:prstGeom prst="roundRect">
            <a:avLst>
              <a:gd name="adj" fmla="val 4615"/>
            </a:avLst>
          </a:prstGeom>
          <a:solidFill>
            <a:srgbClr val="FFF3C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788920"/>
            <a:ext cx="73152" cy="11887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990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En büyük eksi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10712"/>
            <a:ext cx="2770632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Donanım ihtiyacı ve model kalitesi sınırları.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83880" y="2788920"/>
            <a:ext cx="3154680" cy="1188720"/>
          </a:xfrm>
          <a:prstGeom prst="roundRect">
            <a:avLst>
              <a:gd name="adj" fmla="val 4615"/>
            </a:avLst>
          </a:prstGeom>
          <a:solidFill>
            <a:srgbClr val="E7E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2788920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990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Demo mesajı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3410712"/>
            <a:ext cx="2770632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77A"/>
                </a:solidFill>
              </a:rPr>
              <a:t>Streamlit + Ollama ile yerel AI uygulaması kurulabilir.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68680" y="52578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Kaynaklar: docs.ollama.com · github.com/ollama/ollama · docs.n8n.io/advanced-ai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yapay zeka tool sunumu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437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MEU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Ollama: Yerel Yapay Zeka Modelleri</dc:title>
  <dc:subject>Ollama yapay zeka tool sunumu</dc:subject>
  <dc:creator>Codex</dc:creator>
  <cp:lastModifiedBy>Codex</cp:lastModifiedBy>
  <cp:revision>1</cp:revision>
  <dcterms:created xsi:type="dcterms:W3CDTF">2026-05-18T17:34:59Z</dcterms:created>
  <dcterms:modified xsi:type="dcterms:W3CDTF">2026-05-18T17:34:59Z</dcterms:modified>
</cp:coreProperties>
</file>